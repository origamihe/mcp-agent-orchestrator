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true">
                <a:solidFill>
                  <a:srgbClr val="1A1A2E"/>
                </a:solidFill>
                <a:ea typeface="Microsoft YaHei"/>
              </a:rPr>
              <a:t>封面页：开启人生新篇章的战略决策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200">
                <a:solidFill>
                  <a:srgbClr val="333333"/>
                </a:solidFill>
                <a:ea typeface="Microsoft YaHei"/>
              </a:rPr>
              <a:t>副标题：从认知自我到锁定目标的全流程规划</a:t>
            </a:r>
          </a:p>
          <a:p>
            <a:pPr lvl="1"/>
            <a:r>
              <a:rPr lang="en-US" sz="1200">
                <a:solidFill>
                  <a:srgbClr val="333333"/>
                </a:solidFill>
                <a:ea typeface="Microsoft YaHei"/>
              </a:rPr>
              <a:t>主题定位：系统化、理性化的选科与择校方法论</a:t>
            </a:r>
          </a:p>
          <a:p>
            <a:pPr lvl="1"/>
            <a:r>
              <a:rPr lang="en-US" sz="1200">
                <a:solidFill>
                  <a:srgbClr val="333333"/>
                </a:solidFill>
                <a:ea typeface="Microsoft YaHei"/>
              </a:rPr>
              <a:t>核心理念：大学选择是兴趣、能力与社会需求的三方交汇点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